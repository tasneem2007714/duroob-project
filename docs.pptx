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Duroob  |  دروب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Jordan, your way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to discover all of Jordan, beyond the usual stops, and plan every trip to your budget.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Tasneem  ·  Al-Balqa Applied University  ·  PixelSite 2.0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60320" cy="265176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5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few places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visitors only hear about the famous sites, so the rest of Jordan stays unseen.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325880"/>
            <a:ext cx="2560320" cy="265176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5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031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is a guess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rarely know what a trip will cost until they are already spending.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325880"/>
            <a:ext cx="2560320" cy="265176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5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031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local touch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miss the culture and beliefs that make Jordan feel like home to its people.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Tourists, foreign and local, need one simple way to see the real Jordan.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Duroob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141732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3840480" cy="13258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Gems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Beautiful, welcoming places across all of Jordan, not only the traditional tourist areas.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63440" y="1280160"/>
            <a:ext cx="3931920" cy="141732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0" y="1325880"/>
            <a:ext cx="3840480" cy="13258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Jordanian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culture and beliefs, so visitors leave with real understanding, not just photos.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931920" cy="141732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926080"/>
            <a:ext cx="3840480" cy="13258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Planner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any budget and get options. We respect low budgets as much as high ones.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2880360"/>
            <a:ext cx="3931920" cy="141732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2926080"/>
            <a:ext cx="3840480" cy="13258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Guide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useful video that introduces each destination before the visitor goes.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6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foreign and local tourists alike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visitor uses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1828800" cy="219456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691640"/>
            <a:ext cx="640080" cy="640080"/>
          </a:xfrm>
          <a:prstGeom prst="ellipse">
            <a:avLst/>
          </a:prstGeom>
          <a:solidFill>
            <a:srgbClr val="C65D3B"/>
          </a:solidFill>
          <a:ln w="12700">
            <a:solidFill>
              <a:srgbClr val="C65D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1737360" cy="17373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destinations across Jordan, from famous sites to hidden gems.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24328" y="2103120"/>
            <a:ext cx="1828800" cy="219456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18688" y="1691640"/>
            <a:ext cx="640080" cy="640080"/>
          </a:xfrm>
          <a:prstGeom prst="ellipse">
            <a:avLst/>
          </a:prstGeom>
          <a:solidFill>
            <a:srgbClr val="C65D3B"/>
          </a:solidFill>
          <a:ln w="12700">
            <a:solidFill>
              <a:srgbClr val="C65D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1868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670048" y="2468880"/>
            <a:ext cx="1737360" cy="17373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a budget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budget and see the options that fit it.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0016" y="2103120"/>
            <a:ext cx="1828800" cy="219456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94376" y="1691640"/>
            <a:ext cx="640080" cy="640080"/>
          </a:xfrm>
          <a:prstGeom prst="ellipse">
            <a:avLst/>
          </a:prstGeom>
          <a:solidFill>
            <a:srgbClr val="C65D3B"/>
          </a:solidFill>
          <a:ln w="12700">
            <a:solidFill>
              <a:srgbClr val="C65D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94376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745736" y="2468880"/>
            <a:ext cx="1737360" cy="17373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guide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video explains the place before the trip.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75704" y="2103120"/>
            <a:ext cx="1828800" cy="219456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70064" y="1691640"/>
            <a:ext cx="640080" cy="640080"/>
          </a:xfrm>
          <a:prstGeom prst="ellipse">
            <a:avLst/>
          </a:prstGeom>
          <a:solidFill>
            <a:srgbClr val="C65D3B"/>
          </a:solidFill>
          <a:ln w="12700">
            <a:solidFill>
              <a:srgbClr val="C65D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70064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821424" y="2468880"/>
            <a:ext cx="1737360" cy="17373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or ask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through the app or send an inquiry.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the required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754880" cy="68580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325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every page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4754880" cy="68580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welcoming design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4754880" cy="68580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71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budget planner and guide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4754880" cy="68580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794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Firebase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794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the live, public project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577840" y="1325880"/>
            <a:ext cx="3017520" cy="3154680"/>
          </a:xfrm>
          <a:prstGeom prst="rect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1417320"/>
            <a:ext cx="2834640" cy="29260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now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duroob-project.web.app</a:t>
            </a:r>
            <a:endParaRPr lang="en-US" sz="1800" dirty="0"/>
          </a:p>
          <a:p>
            <a:pPr indent="0" marL="0">
              <a:buNone/>
            </a:pPr>
            <a:r>
              <a:rPr lang="en-US" sz="1250" dirty="0">
                <a:solidFill>
                  <a:srgbClr val="BF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URL, not just localhost. Full code on GitHub.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and sustainability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31920" cy="265176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3840480" cy="25603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Duroob earns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restaurants and group-trip companies join the app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can book a destination through Duroob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fees or taxes added for the tourist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663440" y="1325880"/>
            <a:ext cx="3931920" cy="2651760"/>
          </a:xfrm>
          <a:prstGeom prst="rect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0" y="1371600"/>
            <a:ext cx="3840480" cy="25603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costs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F4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Filming the Duroob Guide videos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3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running costs, and partners benefit when tourists come.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Duroob goes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60320" cy="2194560"/>
          </a:xfrm>
          <a:prstGeom prst="rect">
            <a:avLst/>
          </a:prstGeom>
          <a:solidFill>
            <a:srgbClr val="13585A"/>
          </a:solidFill>
          <a:ln w="12700">
            <a:solidFill>
              <a:srgbClr val="1358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2468880" cy="21031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term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places across Jordan and more guide videos.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91840" y="1325880"/>
            <a:ext cx="2560320" cy="2194560"/>
          </a:xfrm>
          <a:prstGeom prst="rect">
            <a:avLst/>
          </a:prstGeom>
          <a:solidFill>
            <a:srgbClr val="13585A"/>
          </a:solidFill>
          <a:ln w="12700">
            <a:solidFill>
              <a:srgbClr val="1358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37560" y="1371600"/>
            <a:ext cx="2468880" cy="21031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term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budget planner with Live Jordanian and Hidden Gems.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35040" y="1325880"/>
            <a:ext cx="2560320" cy="2194560"/>
          </a:xfrm>
          <a:prstGeom prst="rect">
            <a:avLst/>
          </a:prstGeom>
          <a:solidFill>
            <a:srgbClr val="13585A"/>
          </a:solidFill>
          <a:ln w="12700">
            <a:solidFill>
              <a:srgbClr val="1358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80760" y="1371600"/>
            <a:ext cx="2468880" cy="21031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term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into a complete guide for every visitor, with more partners.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Duroob  |  دروب  ·  Jordan, your way  ·  duroob-project.web.app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2026-09-30T18:58:55Z</dcterms:created>
  <dcterms:modified xsi:type="dcterms:W3CDTF">2026-09-30T18:58:55Z</dcterms:modified>
</cp:coreProperties>
</file>